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B45309"/>
              </a:solidFill>
              <a:effectLst/>
            </c:spPr>
          </c:dPt>
          <c:dPt>
            <c:idx val="3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Multi-Agent System</c:v>
                </c:pt>
                <c:pt idx="1">
                  <c:v>RAG Support</c:v>
                </c:pt>
                <c:pt idx="2">
                  <c:v>Web Search</c:v>
                </c:pt>
                <c:pt idx="3">
                  <c:v>Tools / Observability / Deploy / Demo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20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use case: investors need both stable filing data and live market data in one place. This system delivers both through a coordinated multi-agent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whole project around this split — it's the reason RAG and web search both matter, and the reason the Researcher's tool choice is the central design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2 patterns were required by the assignment — we implemented 3 as a buffer. Mention the design choice to coordinate agents via plain Python rather than ADK's automatic sub_agents transfer, for predictability.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went from 3 to 8 during testing — 3 was too narrow and kept missing most of the risk-factors section for broad questions. Mention this as a real tuning decision made from observed output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these 3 rows live in the demo — this slide is the preview, the demo is the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all 5 on camera against the deployed Cloud Run URL. #3 and #5 demonstrate web search; #1 and #4 demonstrate RAG; #3 demonstrates the hybrid/parallel path. If time allows, also show the Reviewer's feedback loop triggering on a deliberately time-sensitive RAG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actual live URL responding in the browser here, not just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exists to make grading easy — point at each row while talking through what was actually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this with honest next steps signals judgment, not just task completion.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6337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633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INTELLIGENCE SYSTEM  ·  GOOGLE ADK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Research Assistant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specialized agents, RAG over 10-K filings, and live web search — unified into one research workflow.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0" cy="914400"/>
          </a:xfrm>
          <a:prstGeom prst="line">
            <a:avLst/>
          </a:prstGeom>
          <a:noFill/>
          <a:ln w="12700">
            <a:solidFill>
              <a:srgbClr val="3D4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89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pPr indent="0" marL="0">
              <a:buNone/>
            </a:pPr>
            <a:r>
              <a:rPr lang="en-US" sz="1600" dirty="0">
                <a:solidFill>
                  <a:srgbClr val="5B6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pPr indent="0" marL="0">
              <a:buNone/>
            </a:pPr>
            <a:r>
              <a:rPr lang="en-US" sz="1600" dirty="0">
                <a:solidFill>
                  <a:srgbClr val="5B6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/ QA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Knowledge, One Question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research questions split into two categories that need entirely different sources — and a good assistant has to know which is which.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97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Knowledge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88620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10-K: risk factors, financial statements, business descriptions. Stable, but goes stale the moment markets move.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6974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Knowledge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54880" y="388620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 right now: stock price, breaking news, analyst sentiment. Current, but absent from any filing.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237744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41080" y="2697480"/>
            <a:ext cx="502920" cy="5029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864108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Answer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41080" y="388620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Researcher agent decides per-question which source (or both) actually answers it — and the Reviewer catches it if it gets that call wrong.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0" y="4023360"/>
            <a:ext cx="5943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26680" y="4023360"/>
            <a:ext cx="5943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Research Assistant  |  Google ADK Multi-Agent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Agents, Three Communication Patterns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point. Tracks session state and delegates the question down the chain.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13048" y="2834640"/>
            <a:ext cx="37490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51960" y="169164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96596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65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26280" y="29718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faiss_lookup, web_search, or both — then drafts the answer.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516368" y="2834640"/>
            <a:ext cx="37490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55280" y="169164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196596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1965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 / QA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29600" y="29718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draft for staleness and sends it back if it needs a web refresh.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PATTERNS IMPLEMENTED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359359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9834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Delegation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5349240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→ Researcher chain of command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79392" y="4846320"/>
            <a:ext cx="359359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7992" y="49834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07992" y="5349240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sends stale answers back for a web-search refresh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10144" y="4846320"/>
            <a:ext cx="359359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38744" y="49834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38744" y="5349240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questions run RAG + web search concurrently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Research Assistant  |  Google ADK Multi-Agent 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PDF to Answer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reads each 10-K into raw text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99816" y="2743200"/>
            <a:ext cx="15544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91840" y="16916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560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29718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~1000-char windows preserve context across boundaries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43016" y="2743200"/>
            <a:ext cx="15544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35040" y="16916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63640" y="2560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3640" y="29718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text-embedding-005 → 768-dim vectors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586216" y="2743200"/>
            <a:ext cx="15544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78240" y="16916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0684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0068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006840" y="2560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06840" y="29718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stores every chunk for fast similarity search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4206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548640" y="5074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indexed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97680" y="4206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4297680" y="5074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dimensions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0" y="4206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8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8046720" y="5074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retrieved per query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Research Assistant  |  Google ADK Multi-Agent System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&amp; ROUTING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Chooses the Source — Not an If/Else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tools are handed to the Researcher agent with one instruction set. The model decides per question — that's the "intelligent choice" requirement in practice.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6949440" cy="1143000"/>
          </a:xfrm>
          <a:prstGeom prst="roundRect">
            <a:avLst>
              <a:gd name="adj" fmla="val 6400"/>
            </a:avLst>
          </a:prstGeom>
          <a:solidFill>
            <a:srgbClr val="F4F7F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688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Microsoft's 10-K say about its main business risks?”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35240" y="2903220"/>
            <a:ext cx="5029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29600" y="2496312"/>
            <a:ext cx="3383280" cy="813816"/>
          </a:xfrm>
          <a:prstGeom prst="roundRect">
            <a:avLst>
              <a:gd name="adj" fmla="val 898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496312"/>
            <a:ext cx="3383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faiss_lookup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6949440" cy="1143000"/>
          </a:xfrm>
          <a:prstGeom prst="roundRect">
            <a:avLst>
              <a:gd name="adj" fmla="val 6400"/>
            </a:avLst>
          </a:prstGeom>
          <a:solidFill>
            <a:srgbClr val="F4F7F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490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Tesla's current stock price today?”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35240" y="4183380"/>
            <a:ext cx="5029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29600" y="3776472"/>
            <a:ext cx="3383280" cy="813816"/>
          </a:xfrm>
          <a:prstGeom prst="roundRect">
            <a:avLst>
              <a:gd name="adj" fmla="val 8989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3776472"/>
            <a:ext cx="3383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web_search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6949440" cy="1143000"/>
          </a:xfrm>
          <a:prstGeom prst="roundRect">
            <a:avLst>
              <a:gd name="adj" fmla="val 6400"/>
            </a:avLst>
          </a:prstGeom>
          <a:solidFill>
            <a:srgbClr val="F4F7F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02920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Apple's recent stock performance consistent with the risks in its 10-K?”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35240" y="5463540"/>
            <a:ext cx="5029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29600" y="5056632"/>
            <a:ext cx="3383280" cy="813816"/>
          </a:xfrm>
          <a:prstGeom prst="roundRect">
            <a:avLst>
              <a:gd name="adj" fmla="val 8989"/>
            </a:avLst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5056632"/>
            <a:ext cx="3383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faiss_lookup + web_search (parallel)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Research Assistant  |  Google ADK Multi-Agent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Questions, One Assistant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2633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8288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Apple's 10-K say about competition risks?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457200" cy="457200"/>
          </a:xfrm>
          <a:prstGeom prst="ellipse">
            <a:avLst/>
          </a:prstGeom>
          <a:solidFill>
            <a:srgbClr val="2633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67004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Microsoft's stock price right now?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26337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51129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Tesla's stock price moved much this week, and does that connect to anything in their risk factors?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398264"/>
            <a:ext cx="457200" cy="457200"/>
          </a:xfrm>
          <a:prstGeom prst="ellipse">
            <a:avLst/>
          </a:prstGeom>
          <a:solidFill>
            <a:srgbClr val="26337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35254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Tesla's main business risks from their annual report.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239512"/>
            <a:ext cx="457200" cy="457200"/>
          </a:xfrm>
          <a:prstGeom prst="ellipse">
            <a:avLst/>
          </a:prstGeom>
          <a:solidFill>
            <a:srgbClr val="2633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193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latest news about Apple?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Research Assistant  |  Google ADK Multi-Agent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on Google Cloud Run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4023360"/>
          </a:xfrm>
          <a:prstGeom prst="roundRect">
            <a:avLst>
              <a:gd name="adj" fmla="val 272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got deployed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Researcher agent (RAG + web search) is deployed as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root_agent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single entry point ADK's deploy tooling expects.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FAISS index and chunk data were pre-built in Colab and bundled into the deployment, rather than re-embedding on every cold start.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Orchestrator → Reviewer feedback loop is demonstrated live in Colab (previous slide) — Cloud Run proves the core retrieval system runs in production.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269480" y="1600200"/>
            <a:ext cx="4343400" cy="402336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3524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2.x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3524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(Gemini 2.5 Flash)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3524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search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35240" y="3794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web search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35240" y="4297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(serverless)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3524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URL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5120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investment-research-assistant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DB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.us-central1.run.app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Research Assistant  |  Google ADK Multi-Agent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Mapped to the Grading Rubric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71907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6446520" y="1600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(40%)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46520" y="19933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agents, 3 patterns, session state — built and tested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89320" y="272491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6446520" y="26060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Support (25%)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46520" y="299923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chunk → Vertex AI embeddings → FAISS — working end to end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89320" y="373075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36118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(15%)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46520" y="40050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integration with retry handling; agent chooses RAG vs. web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89320" y="473659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46177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Observability, Deploy, Demo (20%)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46520" y="501091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tools, structured logging, live Cloud Run service, this deck + video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Research Assistant  |  Google ADK Multi-Agent System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Improve With More Time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Paragraph-aware chunking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fixed-character chunking with sentence/paragraph boundaries so risk factors never get cut mid-thought.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920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companies, more filings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4688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corpus past Apple, Microsoft, and Tesla — same pipeline, just more data.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2519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agent transfer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ADK's built-in sub_agents handoff instead of explicit Python orchestration, now that the basics are proven.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42519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Authenticated production deploy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48006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Cloud Run service allows unauthenticated access for easy demoing; production would require IAM-based auth.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Research Assistant  |  Google ADK Multi-Agent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2633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Research Assistant — Orchestrator · Researcher · Reviewer/QA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DB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Research Assistant — Multi-Agent System (Google ADK)</dc:title>
  <dc:subject>PptxGenJS Presentation</dc:subject>
  <dc:creator>Investment Research Assistant Team</dc:creator>
  <cp:lastModifiedBy>Investment Research Assistant Team</cp:lastModifiedBy>
  <cp:revision>1</cp:revision>
  <dcterms:created xsi:type="dcterms:W3CDTF">2026-06-23T03:42:03Z</dcterms:created>
  <dcterms:modified xsi:type="dcterms:W3CDTF">2026-06-23T03:42:03Z</dcterms:modified>
</cp:coreProperties>
</file>